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theme/theme2.xml" ContentType="application/vnd.openxmlformats-officedocument.theme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4" r:id="rId1"/>
    <p:sldMasterId id="2147483702" r:id="rId2"/>
    <p:sldMasterId id="2147483686" r:id="rId3"/>
  </p:sldMasterIdLst>
  <p:notesMasterIdLst>
    <p:notesMasterId r:id="rId14"/>
  </p:notesMasterIdLst>
  <p:handoutMasterIdLst>
    <p:handoutMasterId r:id="rId15"/>
  </p:handoutMasterIdLst>
  <p:sldIdLst>
    <p:sldId id="277" r:id="rId4"/>
    <p:sldId id="399" r:id="rId5"/>
    <p:sldId id="400" r:id="rId6"/>
    <p:sldId id="401" r:id="rId7"/>
    <p:sldId id="402" r:id="rId8"/>
    <p:sldId id="403" r:id="rId9"/>
    <p:sldId id="404" r:id="rId10"/>
    <p:sldId id="405" r:id="rId11"/>
    <p:sldId id="406" r:id="rId12"/>
    <p:sldId id="407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D8137"/>
    <a:srgbClr val="BC8F00"/>
    <a:srgbClr val="860000"/>
    <a:srgbClr val="00B0F0"/>
    <a:srgbClr val="1B3F5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0074" autoAdjust="0"/>
    <p:restoredTop sz="94660" autoAdjust="0"/>
  </p:normalViewPr>
  <p:slideViewPr>
    <p:cSldViewPr snapToGrid="0">
      <p:cViewPr varScale="1">
        <p:scale>
          <a:sx n="112" d="100"/>
          <a:sy n="112" d="100"/>
        </p:scale>
        <p:origin x="834" y="126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67" d="100"/>
          <a:sy n="67" d="100"/>
        </p:scale>
        <p:origin x="-3168" y="-77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slide" Target="slides/slide10.xml"/><Relationship Id="rId18" Type="http://schemas.openxmlformats.org/officeDocument/2006/relationships/theme" Target="theme/theme1.xml"/><Relationship Id="rId3" Type="http://schemas.openxmlformats.org/officeDocument/2006/relationships/slideMaster" Target="slideMasters/slideMaster3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5" Type="http://schemas.openxmlformats.org/officeDocument/2006/relationships/slide" Target="slides/slide2.xml"/><Relationship Id="rId15" Type="http://schemas.openxmlformats.org/officeDocument/2006/relationships/handoutMaster" Target="handoutMasters/handoutMaster1.xml"/><Relationship Id="rId10" Type="http://schemas.openxmlformats.org/officeDocument/2006/relationships/slide" Target="slides/slide7.xml"/><Relationship Id="rId19" Type="http://schemas.openxmlformats.org/officeDocument/2006/relationships/tableStyles" Target="tableStyles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notesMaster" Target="notesMasters/notes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2CDA8E9-9948-4BC7-A1DE-415AE6D34228}" type="datetimeFigureOut">
              <a:rPr lang="en-US" smtClean="0"/>
              <a:pPr/>
              <a:t>8/19/2025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9B5F544-A886-482E-AF73-1D6364AAC65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1919614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5A4AE53-78AB-4E30-A376-70F5FA87A326}" type="datetimeFigureOut">
              <a:rPr lang="en-US" smtClean="0"/>
              <a:pPr/>
              <a:t>8/19/2025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0732FBC-CC67-4B17-8935-02F23E3364A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0555822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3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2197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13695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7143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22016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12169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12041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3193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18609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47627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08157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449416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1"/>
          <p:cNvSpPr/>
          <p:nvPr userDrawn="1"/>
        </p:nvSpPr>
        <p:spPr>
          <a:xfrm>
            <a:off x="-19050" y="1905000"/>
            <a:ext cx="12211050" cy="4953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ru-RU" dirty="0"/>
          </a:p>
        </p:txBody>
      </p:sp>
      <p:sp>
        <p:nvSpPr>
          <p:cNvPr id="4" name="Прямоугольник 8"/>
          <p:cNvSpPr/>
          <p:nvPr userDrawn="1"/>
        </p:nvSpPr>
        <p:spPr>
          <a:xfrm>
            <a:off x="-19050" y="0"/>
            <a:ext cx="12211050" cy="4438650"/>
          </a:xfrm>
          <a:custGeom>
            <a:avLst/>
            <a:gdLst>
              <a:gd name="connsiteX0" fmla="*/ 0 w 12192000"/>
              <a:gd name="connsiteY0" fmla="*/ 0 h 4133850"/>
              <a:gd name="connsiteX1" fmla="*/ 12192000 w 12192000"/>
              <a:gd name="connsiteY1" fmla="*/ 0 h 4133850"/>
              <a:gd name="connsiteX2" fmla="*/ 12192000 w 12192000"/>
              <a:gd name="connsiteY2" fmla="*/ 4133850 h 4133850"/>
              <a:gd name="connsiteX3" fmla="*/ 0 w 12192000"/>
              <a:gd name="connsiteY3" fmla="*/ 4133850 h 4133850"/>
              <a:gd name="connsiteX4" fmla="*/ 0 w 12192000"/>
              <a:gd name="connsiteY4" fmla="*/ 0 h 4133850"/>
              <a:gd name="connsiteX0" fmla="*/ 19050 w 12211050"/>
              <a:gd name="connsiteY0" fmla="*/ 0 h 4133850"/>
              <a:gd name="connsiteX1" fmla="*/ 12211050 w 12211050"/>
              <a:gd name="connsiteY1" fmla="*/ 0 h 4133850"/>
              <a:gd name="connsiteX2" fmla="*/ 12211050 w 12211050"/>
              <a:gd name="connsiteY2" fmla="*/ 4133850 h 4133850"/>
              <a:gd name="connsiteX3" fmla="*/ 0 w 12211050"/>
              <a:gd name="connsiteY3" fmla="*/ 3219450 h 4133850"/>
              <a:gd name="connsiteX4" fmla="*/ 19050 w 12211050"/>
              <a:gd name="connsiteY4" fmla="*/ 0 h 4133850"/>
              <a:gd name="connsiteX0" fmla="*/ 19050 w 12211050"/>
              <a:gd name="connsiteY0" fmla="*/ 0 h 4438650"/>
              <a:gd name="connsiteX1" fmla="*/ 12211050 w 12211050"/>
              <a:gd name="connsiteY1" fmla="*/ 0 h 4438650"/>
              <a:gd name="connsiteX2" fmla="*/ 12211050 w 12211050"/>
              <a:gd name="connsiteY2" fmla="*/ 4438650 h 4438650"/>
              <a:gd name="connsiteX3" fmla="*/ 0 w 12211050"/>
              <a:gd name="connsiteY3" fmla="*/ 3219450 h 4438650"/>
              <a:gd name="connsiteX4" fmla="*/ 19050 w 12211050"/>
              <a:gd name="connsiteY4" fmla="*/ 0 h 44386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211050" h="4438650">
                <a:moveTo>
                  <a:pt x="19050" y="0"/>
                </a:moveTo>
                <a:lnTo>
                  <a:pt x="12211050" y="0"/>
                </a:lnTo>
                <a:lnTo>
                  <a:pt x="12211050" y="4438650"/>
                </a:lnTo>
                <a:lnTo>
                  <a:pt x="0" y="3219450"/>
                </a:lnTo>
                <a:lnTo>
                  <a:pt x="19050" y="0"/>
                </a:lnTo>
                <a:close/>
              </a:path>
            </a:pathLst>
          </a:custGeom>
          <a:solidFill>
            <a:schemeClr val="bg2">
              <a:lumMod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ru-RU" dirty="0"/>
          </a:p>
        </p:txBody>
      </p:sp>
      <p:sp>
        <p:nvSpPr>
          <p:cNvPr id="5" name="Прямоугольник 3"/>
          <p:cNvSpPr/>
          <p:nvPr userDrawn="1"/>
        </p:nvSpPr>
        <p:spPr>
          <a:xfrm>
            <a:off x="1085850" y="1009650"/>
            <a:ext cx="10020300" cy="523875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ru-RU" dirty="0"/>
          </a:p>
        </p:txBody>
      </p:sp>
      <p:sp>
        <p:nvSpPr>
          <p:cNvPr id="8" name="Рисунок 7"/>
          <p:cNvSpPr>
            <a:spLocks noGrp="1"/>
          </p:cNvSpPr>
          <p:nvPr>
            <p:ph type="pic" sz="quarter" idx="10"/>
          </p:nvPr>
        </p:nvSpPr>
        <p:spPr>
          <a:xfrm>
            <a:off x="1847850" y="2819400"/>
            <a:ext cx="8496300" cy="2800350"/>
          </a:xfrm>
          <a:prstGeom prst="rect">
            <a:avLst/>
          </a:prstGeom>
        </p:spPr>
        <p:txBody>
          <a:bodyPr/>
          <a:lstStyle/>
          <a:p>
            <a:pPr lvl="0"/>
            <a:endParaRPr lang="ru-RU" noProof="0" dirty="0"/>
          </a:p>
        </p:txBody>
      </p:sp>
    </p:spTree>
    <p:extLst>
      <p:ext uri="{BB962C8B-B14F-4D97-AF65-F5344CB8AC3E}">
        <p14:creationId xmlns:p14="http://schemas.microsoft.com/office/powerpoint/2010/main" val="397408168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21975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136952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71434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220167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121695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1204126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319332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1860904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4762700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0815767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4494165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1"/>
          <p:cNvSpPr/>
          <p:nvPr userDrawn="1"/>
        </p:nvSpPr>
        <p:spPr>
          <a:xfrm>
            <a:off x="-19050" y="1905000"/>
            <a:ext cx="12211050" cy="4953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ru-RU" dirty="0"/>
          </a:p>
        </p:txBody>
      </p:sp>
      <p:sp>
        <p:nvSpPr>
          <p:cNvPr id="4" name="Прямоугольник 8"/>
          <p:cNvSpPr/>
          <p:nvPr userDrawn="1"/>
        </p:nvSpPr>
        <p:spPr>
          <a:xfrm>
            <a:off x="-19050" y="0"/>
            <a:ext cx="12211050" cy="4438650"/>
          </a:xfrm>
          <a:custGeom>
            <a:avLst/>
            <a:gdLst>
              <a:gd name="connsiteX0" fmla="*/ 0 w 12192000"/>
              <a:gd name="connsiteY0" fmla="*/ 0 h 4133850"/>
              <a:gd name="connsiteX1" fmla="*/ 12192000 w 12192000"/>
              <a:gd name="connsiteY1" fmla="*/ 0 h 4133850"/>
              <a:gd name="connsiteX2" fmla="*/ 12192000 w 12192000"/>
              <a:gd name="connsiteY2" fmla="*/ 4133850 h 4133850"/>
              <a:gd name="connsiteX3" fmla="*/ 0 w 12192000"/>
              <a:gd name="connsiteY3" fmla="*/ 4133850 h 4133850"/>
              <a:gd name="connsiteX4" fmla="*/ 0 w 12192000"/>
              <a:gd name="connsiteY4" fmla="*/ 0 h 4133850"/>
              <a:gd name="connsiteX0" fmla="*/ 19050 w 12211050"/>
              <a:gd name="connsiteY0" fmla="*/ 0 h 4133850"/>
              <a:gd name="connsiteX1" fmla="*/ 12211050 w 12211050"/>
              <a:gd name="connsiteY1" fmla="*/ 0 h 4133850"/>
              <a:gd name="connsiteX2" fmla="*/ 12211050 w 12211050"/>
              <a:gd name="connsiteY2" fmla="*/ 4133850 h 4133850"/>
              <a:gd name="connsiteX3" fmla="*/ 0 w 12211050"/>
              <a:gd name="connsiteY3" fmla="*/ 3219450 h 4133850"/>
              <a:gd name="connsiteX4" fmla="*/ 19050 w 12211050"/>
              <a:gd name="connsiteY4" fmla="*/ 0 h 4133850"/>
              <a:gd name="connsiteX0" fmla="*/ 19050 w 12211050"/>
              <a:gd name="connsiteY0" fmla="*/ 0 h 4438650"/>
              <a:gd name="connsiteX1" fmla="*/ 12211050 w 12211050"/>
              <a:gd name="connsiteY1" fmla="*/ 0 h 4438650"/>
              <a:gd name="connsiteX2" fmla="*/ 12211050 w 12211050"/>
              <a:gd name="connsiteY2" fmla="*/ 4438650 h 4438650"/>
              <a:gd name="connsiteX3" fmla="*/ 0 w 12211050"/>
              <a:gd name="connsiteY3" fmla="*/ 3219450 h 4438650"/>
              <a:gd name="connsiteX4" fmla="*/ 19050 w 12211050"/>
              <a:gd name="connsiteY4" fmla="*/ 0 h 44386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211050" h="4438650">
                <a:moveTo>
                  <a:pt x="19050" y="0"/>
                </a:moveTo>
                <a:lnTo>
                  <a:pt x="12211050" y="0"/>
                </a:lnTo>
                <a:lnTo>
                  <a:pt x="12211050" y="4438650"/>
                </a:lnTo>
                <a:lnTo>
                  <a:pt x="0" y="3219450"/>
                </a:lnTo>
                <a:lnTo>
                  <a:pt x="19050" y="0"/>
                </a:lnTo>
                <a:close/>
              </a:path>
            </a:pathLst>
          </a:custGeom>
          <a:solidFill>
            <a:schemeClr val="bg2">
              <a:lumMod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ru-RU" dirty="0"/>
          </a:p>
        </p:txBody>
      </p:sp>
      <p:sp>
        <p:nvSpPr>
          <p:cNvPr id="5" name="Прямоугольник 3"/>
          <p:cNvSpPr/>
          <p:nvPr userDrawn="1"/>
        </p:nvSpPr>
        <p:spPr>
          <a:xfrm>
            <a:off x="1085850" y="1009650"/>
            <a:ext cx="10020300" cy="523875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ru-RU" dirty="0"/>
          </a:p>
        </p:txBody>
      </p:sp>
      <p:sp>
        <p:nvSpPr>
          <p:cNvPr id="8" name="Рисунок 7"/>
          <p:cNvSpPr>
            <a:spLocks noGrp="1"/>
          </p:cNvSpPr>
          <p:nvPr>
            <p:ph type="pic" sz="quarter" idx="10"/>
          </p:nvPr>
        </p:nvSpPr>
        <p:spPr>
          <a:xfrm>
            <a:off x="1847850" y="2819400"/>
            <a:ext cx="8496300" cy="2800350"/>
          </a:xfrm>
          <a:prstGeom prst="rect">
            <a:avLst/>
          </a:prstGeom>
        </p:spPr>
        <p:txBody>
          <a:bodyPr/>
          <a:lstStyle/>
          <a:p>
            <a:pPr lvl="0"/>
            <a:endParaRPr lang="ru-RU" noProof="0" dirty="0"/>
          </a:p>
        </p:txBody>
      </p:sp>
    </p:spTree>
    <p:extLst>
      <p:ext uri="{BB962C8B-B14F-4D97-AF65-F5344CB8AC3E}">
        <p14:creationId xmlns:p14="http://schemas.microsoft.com/office/powerpoint/2010/main" val="3974081683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9A48AB-23F1-45F1-98E5-D2CDC7A5261D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06835372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Layout"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33020432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asic Layout"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0" y="164638"/>
            <a:ext cx="12192000" cy="768085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4800" b="0" baseline="0"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BASIC LAYOUT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0" y="932723"/>
            <a:ext cx="12192000" cy="384043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867" b="0" baseline="0"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the title of your subtitle Here</a:t>
            </a:r>
          </a:p>
        </p:txBody>
      </p:sp>
      <p:sp>
        <p:nvSpPr>
          <p:cNvPr id="2" name="Rectangle 1"/>
          <p:cNvSpPr/>
          <p:nvPr userDrawn="1"/>
        </p:nvSpPr>
        <p:spPr>
          <a:xfrm>
            <a:off x="4037371" y="1"/>
            <a:ext cx="4128459" cy="6095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/>
            <a:endParaRPr lang="en-US" sz="2400">
              <a:solidFill>
                <a:prstClr val="white"/>
              </a:solidFill>
            </a:endParaRPr>
          </a:p>
        </p:txBody>
      </p:sp>
      <p:sp>
        <p:nvSpPr>
          <p:cNvPr id="5" name="Rectangle 4"/>
          <p:cNvSpPr/>
          <p:nvPr userDrawn="1"/>
        </p:nvSpPr>
        <p:spPr>
          <a:xfrm>
            <a:off x="0" y="6753308"/>
            <a:ext cx="12192000" cy="11087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/>
            <a:endParaRPr lang="en-US" sz="240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090964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Basic Layou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0" y="164638"/>
            <a:ext cx="12192000" cy="768085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48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BASIC LAYOUT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0" y="932723"/>
            <a:ext cx="12192000" cy="384043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867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the title of your subtitle Here</a:t>
            </a:r>
          </a:p>
        </p:txBody>
      </p:sp>
      <p:sp>
        <p:nvSpPr>
          <p:cNvPr id="2" name="Rectangle 1"/>
          <p:cNvSpPr/>
          <p:nvPr userDrawn="1"/>
        </p:nvSpPr>
        <p:spPr>
          <a:xfrm>
            <a:off x="4037371" y="1"/>
            <a:ext cx="4128459" cy="6095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/>
            <a:endParaRPr lang="en-US" sz="2400">
              <a:solidFill>
                <a:prstClr val="white"/>
              </a:solidFill>
            </a:endParaRPr>
          </a:p>
        </p:txBody>
      </p:sp>
      <p:sp>
        <p:nvSpPr>
          <p:cNvPr id="5" name="Rectangle 4"/>
          <p:cNvSpPr/>
          <p:nvPr userDrawn="1"/>
        </p:nvSpPr>
        <p:spPr>
          <a:xfrm>
            <a:off x="0" y="6753308"/>
            <a:ext cx="12192000" cy="11087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/>
            <a:endParaRPr lang="en-US" sz="240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2715955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Basic Layou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2735627" y="164638"/>
            <a:ext cx="9456373" cy="768085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48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BASIC LAYOUT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2735627" y="932723"/>
            <a:ext cx="9456373" cy="384043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1867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the title of your subtitle Here</a:t>
            </a:r>
          </a:p>
        </p:txBody>
      </p:sp>
      <p:sp>
        <p:nvSpPr>
          <p:cNvPr id="5" name="Rectangle 4"/>
          <p:cNvSpPr/>
          <p:nvPr userDrawn="1"/>
        </p:nvSpPr>
        <p:spPr>
          <a:xfrm>
            <a:off x="0" y="1"/>
            <a:ext cx="2543605" cy="686418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/>
            <a:endParaRPr lang="en-US" sz="240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0437814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0" y="242176"/>
            <a:ext cx="12192000" cy="768085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4800" b="0" baseline="0"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IMAGES &amp; CONTENTS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0" y="1010261"/>
            <a:ext cx="12192000" cy="384043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867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the title of your subtitle Here</a:t>
            </a:r>
          </a:p>
        </p:txBody>
      </p:sp>
      <p:sp>
        <p:nvSpPr>
          <p:cNvPr id="2" name="Rectangle 1"/>
          <p:cNvSpPr/>
          <p:nvPr userDrawn="1"/>
        </p:nvSpPr>
        <p:spPr>
          <a:xfrm>
            <a:off x="0" y="2276872"/>
            <a:ext cx="12192000" cy="240026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latinLnBrk="1"/>
            <a:endParaRPr lang="ko-KR" altLang="en-US" sz="2400">
              <a:solidFill>
                <a:prstClr val="white"/>
              </a:solidFill>
            </a:endParaRPr>
          </a:p>
        </p:txBody>
      </p:sp>
      <p:sp>
        <p:nvSpPr>
          <p:cNvPr id="3" name="Isosceles Triangle 2"/>
          <p:cNvSpPr/>
          <p:nvPr userDrawn="1"/>
        </p:nvSpPr>
        <p:spPr>
          <a:xfrm rot="10800000">
            <a:off x="1583392" y="4677509"/>
            <a:ext cx="384043" cy="331071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latinLnBrk="1"/>
            <a:endParaRPr lang="ko-KR" altLang="en-US" sz="2400">
              <a:solidFill>
                <a:prstClr val="white"/>
              </a:solidFill>
            </a:endParaRPr>
          </a:p>
        </p:txBody>
      </p:sp>
      <p:sp>
        <p:nvSpPr>
          <p:cNvPr id="12" name="Isosceles Triangle 11"/>
          <p:cNvSpPr/>
          <p:nvPr userDrawn="1"/>
        </p:nvSpPr>
        <p:spPr>
          <a:xfrm rot="10800000">
            <a:off x="4463712" y="4677509"/>
            <a:ext cx="384043" cy="331071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latinLnBrk="1"/>
            <a:endParaRPr lang="ko-KR" altLang="en-US" sz="2400">
              <a:solidFill>
                <a:prstClr val="white"/>
              </a:solidFill>
            </a:endParaRPr>
          </a:p>
        </p:txBody>
      </p:sp>
      <p:sp>
        <p:nvSpPr>
          <p:cNvPr id="13" name="Isosceles Triangle 12"/>
          <p:cNvSpPr/>
          <p:nvPr userDrawn="1"/>
        </p:nvSpPr>
        <p:spPr>
          <a:xfrm rot="10800000">
            <a:off x="7344032" y="4677509"/>
            <a:ext cx="384043" cy="331071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latinLnBrk="1"/>
            <a:endParaRPr lang="ko-KR" altLang="en-US" sz="2400">
              <a:solidFill>
                <a:prstClr val="white"/>
              </a:solidFill>
            </a:endParaRPr>
          </a:p>
        </p:txBody>
      </p:sp>
      <p:sp>
        <p:nvSpPr>
          <p:cNvPr id="14" name="Isosceles Triangle 13"/>
          <p:cNvSpPr/>
          <p:nvPr userDrawn="1"/>
        </p:nvSpPr>
        <p:spPr>
          <a:xfrm rot="10800000">
            <a:off x="10224348" y="4677509"/>
            <a:ext cx="384043" cy="331071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latinLnBrk="1"/>
            <a:endParaRPr lang="ko-KR" altLang="en-US" sz="2400">
              <a:solidFill>
                <a:prstClr val="white"/>
              </a:solidFill>
            </a:endParaRPr>
          </a:p>
        </p:txBody>
      </p:sp>
      <p:sp>
        <p:nvSpPr>
          <p:cNvPr id="15" name="Rectangle 14"/>
          <p:cNvSpPr/>
          <p:nvPr userDrawn="1"/>
        </p:nvSpPr>
        <p:spPr>
          <a:xfrm>
            <a:off x="4037371" y="1"/>
            <a:ext cx="4128459" cy="6095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/>
            <a:endParaRPr lang="en-US" sz="2400">
              <a:solidFill>
                <a:prstClr val="white"/>
              </a:solidFill>
            </a:endParaRPr>
          </a:p>
        </p:txBody>
      </p:sp>
      <p:sp>
        <p:nvSpPr>
          <p:cNvPr id="16" name="Rectangle 15"/>
          <p:cNvSpPr/>
          <p:nvPr userDrawn="1"/>
        </p:nvSpPr>
        <p:spPr>
          <a:xfrm>
            <a:off x="0" y="6753308"/>
            <a:ext cx="12192000" cy="11087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/>
            <a:endParaRPr lang="en-US" sz="2400">
              <a:solidFill>
                <a:prstClr val="white"/>
              </a:solidFill>
            </a:endParaRPr>
          </a:p>
        </p:txBody>
      </p:sp>
      <p:sp>
        <p:nvSpPr>
          <p:cNvPr id="17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815413" y="2517005"/>
            <a:ext cx="1920000" cy="1920000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8" name="Picture Placeholder 2"/>
          <p:cNvSpPr>
            <a:spLocks noGrp="1"/>
          </p:cNvSpPr>
          <p:nvPr>
            <p:ph type="pic" idx="12" hasCustomPrompt="1"/>
          </p:nvPr>
        </p:nvSpPr>
        <p:spPr>
          <a:xfrm>
            <a:off x="3695732" y="2517005"/>
            <a:ext cx="1920000" cy="1920000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9" name="Picture Placeholder 2"/>
          <p:cNvSpPr>
            <a:spLocks noGrp="1"/>
          </p:cNvSpPr>
          <p:nvPr>
            <p:ph type="pic" idx="13" hasCustomPrompt="1"/>
          </p:nvPr>
        </p:nvSpPr>
        <p:spPr>
          <a:xfrm>
            <a:off x="6576051" y="2517005"/>
            <a:ext cx="1920000" cy="1920000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20" name="Picture Placeholder 2"/>
          <p:cNvSpPr>
            <a:spLocks noGrp="1"/>
          </p:cNvSpPr>
          <p:nvPr>
            <p:ph type="pic" idx="14" hasCustomPrompt="1"/>
          </p:nvPr>
        </p:nvSpPr>
        <p:spPr>
          <a:xfrm>
            <a:off x="9456369" y="2517005"/>
            <a:ext cx="1920000" cy="1920000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777217534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 userDrawn="1"/>
        </p:nvSpPr>
        <p:spPr>
          <a:xfrm>
            <a:off x="5231904" y="2276872"/>
            <a:ext cx="5711957" cy="393643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latinLnBrk="1"/>
            <a:endParaRPr lang="ko-KR" altLang="en-US" sz="2400">
              <a:solidFill>
                <a:prstClr val="black">
                  <a:lumMod val="75000"/>
                  <a:lumOff val="25000"/>
                </a:prstClr>
              </a:solidFill>
            </a:endParaRPr>
          </a:p>
        </p:txBody>
      </p:sp>
      <p:sp>
        <p:nvSpPr>
          <p:cNvPr id="7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1103445" y="1412776"/>
            <a:ext cx="4560000" cy="3696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562005223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0" y="990600"/>
            <a:ext cx="3887755" cy="58674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8" name="Picture Placeholder 2"/>
          <p:cNvSpPr>
            <a:spLocks noGrp="1"/>
          </p:cNvSpPr>
          <p:nvPr>
            <p:ph type="pic" idx="11" hasCustomPrompt="1"/>
          </p:nvPr>
        </p:nvSpPr>
        <p:spPr>
          <a:xfrm>
            <a:off x="4079776" y="0"/>
            <a:ext cx="8112224" cy="3621021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59574745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0" y="1013496"/>
            <a:ext cx="3887755" cy="356763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2" name="Picture Placeholder 2"/>
          <p:cNvSpPr>
            <a:spLocks noGrp="1"/>
          </p:cNvSpPr>
          <p:nvPr>
            <p:ph type="pic" idx="10" hasCustomPrompt="1"/>
          </p:nvPr>
        </p:nvSpPr>
        <p:spPr>
          <a:xfrm>
            <a:off x="8304245" y="0"/>
            <a:ext cx="3887755" cy="458112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3" name="Picture Placeholder 2"/>
          <p:cNvSpPr>
            <a:spLocks noGrp="1"/>
          </p:cNvSpPr>
          <p:nvPr>
            <p:ph type="pic" idx="11" hasCustomPrompt="1"/>
          </p:nvPr>
        </p:nvSpPr>
        <p:spPr>
          <a:xfrm>
            <a:off x="0" y="4773149"/>
            <a:ext cx="6096000" cy="2084851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947595198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0" y="242176"/>
            <a:ext cx="12192000" cy="768085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48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IMAGES &amp; CONTENTS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0" y="1010261"/>
            <a:ext cx="12192000" cy="384043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867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the title of your subtitle Here</a:t>
            </a:r>
          </a:p>
        </p:txBody>
      </p:sp>
      <p:sp>
        <p:nvSpPr>
          <p:cNvPr id="2" name="Rectangle 1"/>
          <p:cNvSpPr/>
          <p:nvPr userDrawn="1"/>
        </p:nvSpPr>
        <p:spPr>
          <a:xfrm>
            <a:off x="595027" y="4101331"/>
            <a:ext cx="2400000" cy="2304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latinLnBrk="1"/>
            <a:endParaRPr lang="ko-KR" altLang="en-US" sz="1600">
              <a:solidFill>
                <a:prstClr val="black">
                  <a:lumMod val="75000"/>
                  <a:lumOff val="25000"/>
                </a:prstClr>
              </a:solidFill>
            </a:endParaRPr>
          </a:p>
        </p:txBody>
      </p:sp>
      <p:sp>
        <p:nvSpPr>
          <p:cNvPr id="12" name="Rectangle 11"/>
          <p:cNvSpPr/>
          <p:nvPr userDrawn="1"/>
        </p:nvSpPr>
        <p:spPr>
          <a:xfrm>
            <a:off x="9196973" y="1700808"/>
            <a:ext cx="2400000" cy="2304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latinLnBrk="1"/>
            <a:endParaRPr lang="ko-KR" altLang="en-US" sz="1600">
              <a:solidFill>
                <a:prstClr val="black">
                  <a:lumMod val="75000"/>
                  <a:lumOff val="25000"/>
                </a:prstClr>
              </a:solidFill>
            </a:endParaRPr>
          </a:p>
        </p:txBody>
      </p:sp>
      <p:sp>
        <p:nvSpPr>
          <p:cNvPr id="13" name="Picture Placeholder 2"/>
          <p:cNvSpPr>
            <a:spLocks noGrp="1"/>
          </p:cNvSpPr>
          <p:nvPr>
            <p:ph type="pic" idx="12" hasCustomPrompt="1"/>
          </p:nvPr>
        </p:nvSpPr>
        <p:spPr>
          <a:xfrm>
            <a:off x="595027" y="1700808"/>
            <a:ext cx="2400000" cy="2304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4" name="Picture Placeholder 2"/>
          <p:cNvSpPr>
            <a:spLocks noGrp="1"/>
          </p:cNvSpPr>
          <p:nvPr>
            <p:ph type="pic" idx="13" hasCustomPrompt="1"/>
          </p:nvPr>
        </p:nvSpPr>
        <p:spPr>
          <a:xfrm>
            <a:off x="9196973" y="4101331"/>
            <a:ext cx="2400000" cy="2304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5" name="Picture Placeholder 2"/>
          <p:cNvSpPr>
            <a:spLocks noGrp="1"/>
          </p:cNvSpPr>
          <p:nvPr>
            <p:ph type="pic" idx="14" hasCustomPrompt="1"/>
          </p:nvPr>
        </p:nvSpPr>
        <p:spPr>
          <a:xfrm>
            <a:off x="3119669" y="4101331"/>
            <a:ext cx="5952663" cy="2304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6" name="Picture Placeholder 2"/>
          <p:cNvSpPr>
            <a:spLocks noGrp="1"/>
          </p:cNvSpPr>
          <p:nvPr>
            <p:ph type="pic" idx="15" hasCustomPrompt="1"/>
          </p:nvPr>
        </p:nvSpPr>
        <p:spPr>
          <a:xfrm>
            <a:off x="3119669" y="1700808"/>
            <a:ext cx="5952663" cy="2304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278359442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icture Placeholder 2"/>
          <p:cNvSpPr>
            <a:spLocks noGrp="1"/>
          </p:cNvSpPr>
          <p:nvPr>
            <p:ph type="pic" idx="12" hasCustomPrompt="1"/>
          </p:nvPr>
        </p:nvSpPr>
        <p:spPr>
          <a:xfrm>
            <a:off x="709650" y="480055"/>
            <a:ext cx="4224469" cy="4197085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7" name="Picture Placeholder 2"/>
          <p:cNvSpPr>
            <a:spLocks noGrp="1"/>
          </p:cNvSpPr>
          <p:nvPr>
            <p:ph type="pic" idx="13" hasCustomPrompt="1"/>
          </p:nvPr>
        </p:nvSpPr>
        <p:spPr>
          <a:xfrm>
            <a:off x="5126140" y="480056"/>
            <a:ext cx="6336704" cy="2296105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8" name="Picture Placeholder 2"/>
          <p:cNvSpPr>
            <a:spLocks noGrp="1"/>
          </p:cNvSpPr>
          <p:nvPr>
            <p:ph type="pic" idx="14" hasCustomPrompt="1"/>
          </p:nvPr>
        </p:nvSpPr>
        <p:spPr>
          <a:xfrm>
            <a:off x="5126140" y="2948948"/>
            <a:ext cx="1968000" cy="172819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9" name="Picture Placeholder 2"/>
          <p:cNvSpPr>
            <a:spLocks noGrp="1"/>
          </p:cNvSpPr>
          <p:nvPr>
            <p:ph type="pic" idx="16" hasCustomPrompt="1"/>
          </p:nvPr>
        </p:nvSpPr>
        <p:spPr>
          <a:xfrm>
            <a:off x="7310492" y="2948948"/>
            <a:ext cx="1968000" cy="172819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20" name="Picture Placeholder 2"/>
          <p:cNvSpPr>
            <a:spLocks noGrp="1"/>
          </p:cNvSpPr>
          <p:nvPr>
            <p:ph type="pic" idx="17" hasCustomPrompt="1"/>
          </p:nvPr>
        </p:nvSpPr>
        <p:spPr>
          <a:xfrm>
            <a:off x="9494844" y="2948948"/>
            <a:ext cx="1968000" cy="172819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702302158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0" y="242176"/>
            <a:ext cx="12192000" cy="768085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48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IMAGES &amp; CONTENTS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0" y="1010261"/>
            <a:ext cx="12192000" cy="384043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867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the title of your subtitle Here</a:t>
            </a:r>
          </a:p>
        </p:txBody>
      </p:sp>
      <p:pic>
        <p:nvPicPr>
          <p:cNvPr id="5" name="그림 1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46767" y="2276873"/>
            <a:ext cx="7238124" cy="3966041"/>
          </a:xfrm>
          <a:prstGeom prst="rect">
            <a:avLst/>
          </a:prstGeom>
        </p:spPr>
      </p:pic>
      <p:sp>
        <p:nvSpPr>
          <p:cNvPr id="7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5705875" y="2485912"/>
            <a:ext cx="4832891" cy="3124239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8" name="Rectangle 7"/>
          <p:cNvSpPr/>
          <p:nvPr userDrawn="1"/>
        </p:nvSpPr>
        <p:spPr>
          <a:xfrm>
            <a:off x="4037371" y="1"/>
            <a:ext cx="4128459" cy="60959"/>
          </a:xfrm>
          <a:prstGeom prst="rect">
            <a:avLst/>
          </a:prstGeom>
          <a:solidFill>
            <a:srgbClr val="EB494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/>
            <a:endParaRPr lang="en-US" sz="2400">
              <a:solidFill>
                <a:prstClr val="white"/>
              </a:solidFill>
            </a:endParaRPr>
          </a:p>
        </p:txBody>
      </p:sp>
      <p:sp>
        <p:nvSpPr>
          <p:cNvPr id="9" name="Rectangle 8"/>
          <p:cNvSpPr/>
          <p:nvPr userDrawn="1"/>
        </p:nvSpPr>
        <p:spPr>
          <a:xfrm>
            <a:off x="0" y="6753308"/>
            <a:ext cx="12192000" cy="110875"/>
          </a:xfrm>
          <a:prstGeom prst="rect">
            <a:avLst/>
          </a:prstGeom>
          <a:solidFill>
            <a:srgbClr val="EB494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/>
            <a:endParaRPr lang="en-US" sz="240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18041535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0" y="242176"/>
            <a:ext cx="12192000" cy="768085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48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IMAGES &amp; CONTENTS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0" y="1010261"/>
            <a:ext cx="12192000" cy="384043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867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the title of your subtitle Here</a:t>
            </a:r>
          </a:p>
        </p:txBody>
      </p:sp>
      <p:pic>
        <p:nvPicPr>
          <p:cNvPr id="5" name="Picture 4" descr="D:\Fullppt\005-PNG이미지\모니터.png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6400" y="1815747"/>
            <a:ext cx="3360373" cy="3350541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6" descr="D:\Fullppt\005-PNG이미지\모니터.png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06826" y="1815747"/>
            <a:ext cx="3360373" cy="3350541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8" descr="D:\Fullppt\005-PNG이미지\모니터.png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37251" y="1815747"/>
            <a:ext cx="3360373" cy="3350541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909901" y="1957962"/>
            <a:ext cx="3073864" cy="208002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4" name="Picture Placeholder 2"/>
          <p:cNvSpPr>
            <a:spLocks noGrp="1"/>
          </p:cNvSpPr>
          <p:nvPr>
            <p:ph type="pic" idx="12" hasCustomPrompt="1"/>
          </p:nvPr>
        </p:nvSpPr>
        <p:spPr>
          <a:xfrm>
            <a:off x="4539561" y="1957962"/>
            <a:ext cx="3073864" cy="208002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5" name="Picture Placeholder 2"/>
          <p:cNvSpPr>
            <a:spLocks noGrp="1"/>
          </p:cNvSpPr>
          <p:nvPr>
            <p:ph type="pic" idx="13" hasCustomPrompt="1"/>
          </p:nvPr>
        </p:nvSpPr>
        <p:spPr>
          <a:xfrm>
            <a:off x="8169221" y="1957962"/>
            <a:ext cx="3073864" cy="208002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6" name="Rectangle 15"/>
          <p:cNvSpPr/>
          <p:nvPr userDrawn="1"/>
        </p:nvSpPr>
        <p:spPr>
          <a:xfrm>
            <a:off x="4037371" y="1"/>
            <a:ext cx="4128459" cy="6095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/>
            <a:endParaRPr lang="en-US" sz="2400">
              <a:solidFill>
                <a:prstClr val="white"/>
              </a:solidFill>
            </a:endParaRPr>
          </a:p>
        </p:txBody>
      </p:sp>
      <p:sp>
        <p:nvSpPr>
          <p:cNvPr id="17" name="Rectangle 16"/>
          <p:cNvSpPr/>
          <p:nvPr userDrawn="1"/>
        </p:nvSpPr>
        <p:spPr>
          <a:xfrm>
            <a:off x="0" y="6753308"/>
            <a:ext cx="12192000" cy="11087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/>
            <a:endParaRPr lang="en-US" sz="240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79406833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0" y="0"/>
            <a:ext cx="12192000" cy="4101075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014657143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con se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0" y="164638"/>
            <a:ext cx="12192000" cy="768085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4800" b="0" baseline="0"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ICON SETS LAYOUT</a:t>
            </a:r>
          </a:p>
        </p:txBody>
      </p:sp>
      <p:grpSp>
        <p:nvGrpSpPr>
          <p:cNvPr id="5" name="Group 4"/>
          <p:cNvGrpSpPr/>
          <p:nvPr userDrawn="1"/>
        </p:nvGrpSpPr>
        <p:grpSpPr>
          <a:xfrm>
            <a:off x="472011" y="1508786"/>
            <a:ext cx="3799787" cy="4865561"/>
            <a:chOff x="354008" y="1131589"/>
            <a:chExt cx="2849840" cy="3649171"/>
          </a:xfrm>
        </p:grpSpPr>
        <p:sp>
          <p:nvSpPr>
            <p:cNvPr id="6" name="Rounded Rectangle 5"/>
            <p:cNvSpPr/>
            <p:nvPr/>
          </p:nvSpPr>
          <p:spPr>
            <a:xfrm>
              <a:off x="354008" y="1131589"/>
              <a:ext cx="2849840" cy="3649171"/>
            </a:xfrm>
            <a:prstGeom prst="roundRect">
              <a:avLst>
                <a:gd name="adj" fmla="val 3968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latinLnBrk="1"/>
              <a:endParaRPr lang="ko-KR" altLang="en-US" sz="2400" dirty="0">
                <a:solidFill>
                  <a:prstClr val="white"/>
                </a:solidFill>
              </a:endParaRPr>
            </a:p>
          </p:txBody>
        </p:sp>
        <p:sp>
          <p:nvSpPr>
            <p:cNvPr id="9" name="Rounded Rectangle 8"/>
            <p:cNvSpPr/>
            <p:nvPr/>
          </p:nvSpPr>
          <p:spPr>
            <a:xfrm>
              <a:off x="531932" y="1347500"/>
              <a:ext cx="108520" cy="3240473"/>
            </a:xfrm>
            <a:prstGeom prst="roundRect">
              <a:avLst>
                <a:gd name="adj" fmla="val 50000"/>
              </a:avLst>
            </a:prstGeom>
            <a:solidFill>
              <a:schemeClr val="bg1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latinLnBrk="1"/>
              <a:endParaRPr lang="ko-KR" altLang="en-US" sz="2400">
                <a:solidFill>
                  <a:prstClr val="white"/>
                </a:solidFill>
              </a:endParaRPr>
            </a:p>
          </p:txBody>
        </p:sp>
        <p:sp>
          <p:nvSpPr>
            <p:cNvPr id="12" name="Half Frame 11"/>
            <p:cNvSpPr/>
            <p:nvPr/>
          </p:nvSpPr>
          <p:spPr>
            <a:xfrm rot="5400000">
              <a:off x="2592642" y="1238201"/>
              <a:ext cx="502331" cy="502331"/>
            </a:xfrm>
            <a:prstGeom prst="halfFrame">
              <a:avLst>
                <a:gd name="adj1" fmla="val 23728"/>
                <a:gd name="adj2" fmla="val 24642"/>
              </a:avLst>
            </a:prstGeom>
            <a:solidFill>
              <a:schemeClr val="bg1">
                <a:alpha val="23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latinLnBrk="1"/>
              <a:endParaRPr lang="ko-KR" altLang="en-US" sz="2400">
                <a:solidFill>
                  <a:prstClr val="black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6219781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slideLayout" Target="../slideLayouts/slideLayout25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slideLayout" Target="../slideLayouts/slideLayout24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5" Type="http://schemas.openxmlformats.org/officeDocument/2006/relationships/image" Target="../media/image1.png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Relationship Id="rId14" Type="http://schemas.openxmlformats.org/officeDocument/2006/relationships/theme" Target="../theme/theme2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3.xml"/><Relationship Id="rId13" Type="http://schemas.openxmlformats.org/officeDocument/2006/relationships/slideLayout" Target="../slideLayouts/slideLayout38.xml"/><Relationship Id="rId3" Type="http://schemas.openxmlformats.org/officeDocument/2006/relationships/slideLayout" Target="../slideLayouts/slideLayout28.xml"/><Relationship Id="rId7" Type="http://schemas.openxmlformats.org/officeDocument/2006/relationships/slideLayout" Target="../slideLayouts/slideLayout32.xml"/><Relationship Id="rId12" Type="http://schemas.openxmlformats.org/officeDocument/2006/relationships/slideLayout" Target="../slideLayouts/slideLayout37.xml"/><Relationship Id="rId2" Type="http://schemas.openxmlformats.org/officeDocument/2006/relationships/slideLayout" Target="../slideLayouts/slideLayout27.xml"/><Relationship Id="rId1" Type="http://schemas.openxmlformats.org/officeDocument/2006/relationships/slideLayout" Target="../slideLayouts/slideLayout26.xml"/><Relationship Id="rId6" Type="http://schemas.openxmlformats.org/officeDocument/2006/relationships/slideLayout" Target="../slideLayouts/slideLayout31.xml"/><Relationship Id="rId11" Type="http://schemas.openxmlformats.org/officeDocument/2006/relationships/slideLayout" Target="../slideLayouts/slideLayout36.xml"/><Relationship Id="rId5" Type="http://schemas.openxmlformats.org/officeDocument/2006/relationships/slideLayout" Target="../slideLayouts/slideLayout30.xml"/><Relationship Id="rId15" Type="http://schemas.openxmlformats.org/officeDocument/2006/relationships/theme" Target="../theme/theme3.xml"/><Relationship Id="rId10" Type="http://schemas.openxmlformats.org/officeDocument/2006/relationships/slideLayout" Target="../slideLayouts/slideLayout35.xml"/><Relationship Id="rId4" Type="http://schemas.openxmlformats.org/officeDocument/2006/relationships/slideLayout" Target="../slideLayouts/slideLayout29.xml"/><Relationship Id="rId9" Type="http://schemas.openxmlformats.org/officeDocument/2006/relationships/slideLayout" Target="../slideLayouts/slideLayout34.xml"/><Relationship Id="rId14" Type="http://schemas.openxmlformats.org/officeDocument/2006/relationships/slideLayout" Target="../slideLayouts/slideLayout3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4" cstate="print">
            <a:lum/>
          </a:blip>
          <a:srcRect/>
          <a:stretch>
            <a:fillRect l="1000" t="-1000" r="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33913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5" r:id="rId1"/>
    <p:sldLayoutId id="2147483676" r:id="rId2"/>
    <p:sldLayoutId id="2147483677" r:id="rId3"/>
    <p:sldLayoutId id="2147483678" r:id="rId4"/>
    <p:sldLayoutId id="2147483679" r:id="rId5"/>
    <p:sldLayoutId id="2147483680" r:id="rId6"/>
    <p:sldLayoutId id="2147483681" r:id="rId7"/>
    <p:sldLayoutId id="2147483682" r:id="rId8"/>
    <p:sldLayoutId id="2147483683" r:id="rId9"/>
    <p:sldLayoutId id="2147483684" r:id="rId10"/>
    <p:sldLayoutId id="2147483685" r:id="rId11"/>
    <p:sldLayoutId id="2147483660" r:id="rId12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15" cstate="print">
            <a:lum/>
          </a:blip>
          <a:srcRect/>
          <a:stretch>
            <a:fillRect l="1000" t="-1000" r="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33913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3" r:id="rId1"/>
    <p:sldLayoutId id="2147483704" r:id="rId2"/>
    <p:sldLayoutId id="2147483705" r:id="rId3"/>
    <p:sldLayoutId id="2147483706" r:id="rId4"/>
    <p:sldLayoutId id="2147483707" r:id="rId5"/>
    <p:sldLayoutId id="2147483708" r:id="rId6"/>
    <p:sldLayoutId id="2147483709" r:id="rId7"/>
    <p:sldLayoutId id="2147483710" r:id="rId8"/>
    <p:sldLayoutId id="2147483711" r:id="rId9"/>
    <p:sldLayoutId id="2147483712" r:id="rId10"/>
    <p:sldLayoutId id="2147483713" r:id="rId11"/>
    <p:sldLayoutId id="2147483714" r:id="rId12"/>
    <p:sldLayoutId id="2147483715" r:id="rId13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485446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7" r:id="rId1"/>
    <p:sldLayoutId id="2147483688" r:id="rId2"/>
    <p:sldLayoutId id="2147483689" r:id="rId3"/>
    <p:sldLayoutId id="2147483690" r:id="rId4"/>
    <p:sldLayoutId id="2147483691" r:id="rId5"/>
    <p:sldLayoutId id="2147483692" r:id="rId6"/>
    <p:sldLayoutId id="2147483693" r:id="rId7"/>
    <p:sldLayoutId id="2147483694" r:id="rId8"/>
    <p:sldLayoutId id="2147483695" r:id="rId9"/>
    <p:sldLayoutId id="2147483696" r:id="rId10"/>
    <p:sldLayoutId id="2147483697" r:id="rId11"/>
    <p:sldLayoutId id="2147483698" r:id="rId12"/>
    <p:sldLayoutId id="2147483699" r:id="rId13"/>
    <p:sldLayoutId id="2147483700" r:id="rId14"/>
  </p:sldLayoutIdLst>
  <p:hf hdr="0" ftr="0" dt="0"/>
  <p:txStyles>
    <p:titleStyle>
      <a:lvl1pPr algn="ctr" defTabSz="1219170" rtl="0" eaLnBrk="1" latinLnBrk="1" hangingPunct="1">
        <a:spcBef>
          <a:spcPct val="0"/>
        </a:spcBef>
        <a:buNone/>
        <a:defRPr sz="586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57189" indent="-457189" algn="l" defTabSz="1219170" rtl="0" eaLnBrk="1" latinLnBrk="1" hangingPunct="1">
        <a:spcBef>
          <a:spcPct val="20000"/>
        </a:spcBef>
        <a:buFont typeface="Arial" pitchFamily="34" charset="0"/>
        <a:buChar char="•"/>
        <a:defRPr sz="4267" kern="1200">
          <a:solidFill>
            <a:schemeClr val="tx1"/>
          </a:solidFill>
          <a:latin typeface="+mn-lt"/>
          <a:ea typeface="+mn-ea"/>
          <a:cs typeface="+mn-cs"/>
        </a:defRPr>
      </a:lvl1pPr>
      <a:lvl2pPr marL="990575" indent="-380990" algn="l" defTabSz="1219170" rtl="0" eaLnBrk="1" latinLnBrk="1" hangingPunct="1">
        <a:spcBef>
          <a:spcPct val="20000"/>
        </a:spcBef>
        <a:buFont typeface="Arial" pitchFamily="34" charset="0"/>
        <a:buChar char="–"/>
        <a:defRPr sz="3733" kern="1200">
          <a:solidFill>
            <a:schemeClr val="tx1"/>
          </a:solidFill>
          <a:latin typeface="+mn-lt"/>
          <a:ea typeface="+mn-ea"/>
          <a:cs typeface="+mn-cs"/>
        </a:defRPr>
      </a:lvl2pPr>
      <a:lvl3pPr marL="1523962" indent="-304792" algn="l" defTabSz="121917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133547" indent="-304792" algn="l" defTabSz="1219170" rtl="0" eaLnBrk="1" latinLnBrk="1" hangingPunct="1">
        <a:spcBef>
          <a:spcPct val="20000"/>
        </a:spcBef>
        <a:buFont typeface="Arial" pitchFamily="34" charset="0"/>
        <a:buChar char="–"/>
        <a:defRPr sz="2667" kern="1200">
          <a:solidFill>
            <a:schemeClr val="tx1"/>
          </a:solidFill>
          <a:latin typeface="+mn-lt"/>
          <a:ea typeface="+mn-ea"/>
          <a:cs typeface="+mn-cs"/>
        </a:defRPr>
      </a:lvl4pPr>
      <a:lvl5pPr marL="2743131" indent="-304792" algn="l" defTabSz="1219170" rtl="0" eaLnBrk="1" latinLnBrk="1" hangingPunct="1">
        <a:spcBef>
          <a:spcPct val="20000"/>
        </a:spcBef>
        <a:buFont typeface="Arial" pitchFamily="34" charset="0"/>
        <a:buChar char="»"/>
        <a:defRPr sz="2667" kern="1200">
          <a:solidFill>
            <a:schemeClr val="tx1"/>
          </a:solidFill>
          <a:latin typeface="+mn-lt"/>
          <a:ea typeface="+mn-ea"/>
          <a:cs typeface="+mn-cs"/>
        </a:defRPr>
      </a:lvl5pPr>
      <a:lvl6pPr marL="3352716" indent="-304792" algn="l" defTabSz="1219170" rtl="0" eaLnBrk="1" latinLnBrk="1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1219170" rtl="0" eaLnBrk="1" latinLnBrk="1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1219170" rtl="0" eaLnBrk="1" latinLnBrk="1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1219170" rtl="0" eaLnBrk="1" latinLnBrk="1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1219170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Rectangle 30"/>
          <p:cNvSpPr/>
          <p:nvPr/>
        </p:nvSpPr>
        <p:spPr>
          <a:xfrm>
            <a:off x="-4421" y="6053794"/>
            <a:ext cx="12196420" cy="43919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Rectangle 31"/>
          <p:cNvSpPr/>
          <p:nvPr/>
        </p:nvSpPr>
        <p:spPr>
          <a:xfrm>
            <a:off x="302197" y="5901985"/>
            <a:ext cx="45719" cy="613881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Slide Number Placeholder 2"/>
          <p:cNvSpPr txBox="1">
            <a:spLocks/>
          </p:cNvSpPr>
          <p:nvPr/>
        </p:nvSpPr>
        <p:spPr>
          <a:xfrm>
            <a:off x="8763000" y="65087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/>
          </a:p>
        </p:txBody>
      </p:sp>
      <p:sp>
        <p:nvSpPr>
          <p:cNvPr id="46" name="Right Triangle 45">
            <a:extLst>
              <a:ext uri="{FF2B5EF4-FFF2-40B4-BE49-F238E27FC236}">
                <a16:creationId xmlns:a16="http://schemas.microsoft.com/office/drawing/2014/main" id="{0983CA01-DED8-4A8A-82CA-5B1BE1DADB0C}"/>
              </a:ext>
            </a:extLst>
          </p:cNvPr>
          <p:cNvSpPr/>
          <p:nvPr/>
        </p:nvSpPr>
        <p:spPr>
          <a:xfrm flipV="1">
            <a:off x="9506857" y="5939880"/>
            <a:ext cx="1291772" cy="1157606"/>
          </a:xfrm>
          <a:prstGeom prst="rtTriangle">
            <a:avLst/>
          </a:prstGeom>
          <a:solidFill>
            <a:srgbClr val="FFFFFF">
              <a:lumMod val="95000"/>
              <a:alpha val="17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D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</a:endParaRPr>
          </a:p>
        </p:txBody>
      </p:sp>
      <p:sp>
        <p:nvSpPr>
          <p:cNvPr id="37" name="Right Triangle 36">
            <a:extLst>
              <a:ext uri="{FF2B5EF4-FFF2-40B4-BE49-F238E27FC236}">
                <a16:creationId xmlns:a16="http://schemas.microsoft.com/office/drawing/2014/main" id="{0983CA01-DED8-4A8A-82CA-5B1BE1DADB0C}"/>
              </a:ext>
            </a:extLst>
          </p:cNvPr>
          <p:cNvSpPr/>
          <p:nvPr/>
        </p:nvSpPr>
        <p:spPr>
          <a:xfrm flipH="1">
            <a:off x="7045437" y="-64960"/>
            <a:ext cx="5146562" cy="5852440"/>
          </a:xfrm>
          <a:prstGeom prst="rtTriangle">
            <a:avLst/>
          </a:prstGeom>
          <a:solidFill>
            <a:srgbClr val="FFFFFF">
              <a:lumMod val="95000"/>
              <a:alpha val="17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D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</a:endParaRPr>
          </a:p>
        </p:txBody>
      </p:sp>
      <p:sp>
        <p:nvSpPr>
          <p:cNvPr id="45" name="Rectangle 44"/>
          <p:cNvSpPr/>
          <p:nvPr/>
        </p:nvSpPr>
        <p:spPr>
          <a:xfrm>
            <a:off x="2679076" y="1169079"/>
            <a:ext cx="6829425" cy="2797237"/>
          </a:xfrm>
          <a:prstGeom prst="rect">
            <a:avLst/>
          </a:prstGeom>
          <a:gradFill flip="none" rotWithShape="1">
            <a:gsLst>
              <a:gs pos="15000">
                <a:srgbClr val="FFFFFF">
                  <a:alpha val="34000"/>
                </a:srgbClr>
              </a:gs>
              <a:gs pos="94000">
                <a:srgbClr val="FFFFFF">
                  <a:alpha val="34000"/>
                </a:srgbClr>
              </a:gs>
              <a:gs pos="2655">
                <a:schemeClr val="bg1">
                  <a:alpha val="0"/>
                </a:schemeClr>
              </a:gs>
              <a:gs pos="51000">
                <a:schemeClr val="bg1"/>
              </a:gs>
              <a:gs pos="100000">
                <a:schemeClr val="bg1">
                  <a:alpha val="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r>
              <a:rPr lang="en-US" sz="2400" i="1" dirty="0">
                <a:solidFill>
                  <a:srgbClr val="000000"/>
                </a:solidFill>
              </a:rPr>
              <a:t>Submitted in the partial fulfillment for the award of the degree of</a:t>
            </a:r>
          </a:p>
          <a:p>
            <a:pPr algn="ctr">
              <a:lnSpc>
                <a:spcPct val="150000"/>
              </a:lnSpc>
            </a:pPr>
            <a:r>
              <a:rPr lang="en-US" sz="2400" b="1" dirty="0">
                <a:solidFill>
                  <a:srgbClr val="000000"/>
                </a:solidFill>
              </a:rPr>
              <a:t>BACHELOR OF ENGINEERING </a:t>
            </a:r>
            <a:endParaRPr lang="en-US" sz="2400" dirty="0">
              <a:solidFill>
                <a:srgbClr val="000000"/>
              </a:solidFill>
            </a:endParaRPr>
          </a:p>
          <a:p>
            <a:pPr algn="ctr">
              <a:lnSpc>
                <a:spcPct val="150000"/>
              </a:lnSpc>
            </a:pPr>
            <a:r>
              <a:rPr lang="en-US" sz="2400" i="1" dirty="0">
                <a:solidFill>
                  <a:srgbClr val="000000"/>
                </a:solidFill>
              </a:rPr>
              <a:t> IN</a:t>
            </a:r>
          </a:p>
          <a:p>
            <a:pPr algn="ctr">
              <a:lnSpc>
                <a:spcPct val="150000"/>
              </a:lnSpc>
            </a:pPr>
            <a:r>
              <a:rPr lang="en-US" sz="2400" b="1" dirty="0">
                <a:solidFill>
                  <a:srgbClr val="000000"/>
                </a:solidFill>
              </a:rPr>
              <a:t>Computer Science and Engineering </a:t>
            </a:r>
            <a:endParaRPr lang="en-US" sz="2400" dirty="0">
              <a:solidFill>
                <a:srgbClr val="000000"/>
              </a:solidFill>
            </a:endParaRPr>
          </a:p>
        </p:txBody>
      </p:sp>
      <p:sp>
        <p:nvSpPr>
          <p:cNvPr id="43" name="Right Triangle 42"/>
          <p:cNvSpPr/>
          <p:nvPr/>
        </p:nvSpPr>
        <p:spPr>
          <a:xfrm rot="10800000" flipV="1">
            <a:off x="9829797" y="5333999"/>
            <a:ext cx="2366623" cy="1600201"/>
          </a:xfrm>
          <a:prstGeom prst="rtTriangl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TextBox 35"/>
          <p:cNvSpPr txBox="1">
            <a:spLocks noChangeArrowheads="1"/>
          </p:cNvSpPr>
          <p:nvPr/>
        </p:nvSpPr>
        <p:spPr bwMode="auto">
          <a:xfrm>
            <a:off x="6881359" y="6019560"/>
            <a:ext cx="4928608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King" pitchFamily="2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King" pitchFamily="2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King" pitchFamily="2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King" pitchFamily="2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King" pitchFamily="2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9pPr>
          </a:lstStyle>
          <a:p>
            <a:pPr lvl="0"/>
            <a:r>
              <a:rPr lang="en-US" sz="2000" b="1" dirty="0">
                <a:solidFill>
                  <a:prstClr val="black">
                    <a:lumMod val="65000"/>
                    <a:lumOff val="35000"/>
                  </a:prstClr>
                </a:solidFill>
                <a:latin typeface="Casper" panose="02000506000000020004" pitchFamily="2" charset="0"/>
                <a:ea typeface="Karla" pitchFamily="2" charset="0"/>
                <a:cs typeface="Karla" pitchFamily="2" charset="0"/>
              </a:rPr>
              <a:t>DISCOVER . </a:t>
            </a:r>
            <a:r>
              <a:rPr lang="en-US" sz="2000" b="1" dirty="0">
                <a:solidFill>
                  <a:srgbClr val="C00000"/>
                </a:solidFill>
                <a:latin typeface="Casper" panose="02000506000000020004" pitchFamily="2" charset="0"/>
                <a:ea typeface="Karla" pitchFamily="2" charset="0"/>
                <a:cs typeface="Karla" pitchFamily="2" charset="0"/>
              </a:rPr>
              <a:t>LEARN</a:t>
            </a:r>
            <a:r>
              <a:rPr lang="en-US" sz="2000" b="1" dirty="0">
                <a:solidFill>
                  <a:prstClr val="black">
                    <a:lumMod val="65000"/>
                    <a:lumOff val="35000"/>
                  </a:prstClr>
                </a:solidFill>
                <a:latin typeface="Casper" panose="02000506000000020004" pitchFamily="2" charset="0"/>
                <a:ea typeface="Karla" pitchFamily="2" charset="0"/>
                <a:cs typeface="Karla" pitchFamily="2" charset="0"/>
              </a:rPr>
              <a:t> . EMPOWER</a:t>
            </a:r>
            <a:endParaRPr lang="en-US" sz="1200" b="1" dirty="0">
              <a:solidFill>
                <a:prstClr val="black"/>
              </a:solidFill>
              <a:latin typeface="Casper" panose="02000506000000020004" pitchFamily="2" charset="0"/>
            </a:endParaRPr>
          </a:p>
          <a:p>
            <a:pPr eaLnBrk="1" hangingPunct="1"/>
            <a:endParaRPr lang="en-US" sz="1600" b="1" dirty="0">
              <a:latin typeface="Casper" panose="02000506000000020004" pitchFamily="2" charset="0"/>
            </a:endParaRPr>
          </a:p>
        </p:txBody>
      </p:sp>
      <p:sp>
        <p:nvSpPr>
          <p:cNvPr id="52" name="Rectangle 51"/>
          <p:cNvSpPr/>
          <p:nvPr/>
        </p:nvSpPr>
        <p:spPr>
          <a:xfrm>
            <a:off x="6885780" y="6043646"/>
            <a:ext cx="45719" cy="37062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" name="TextBox 52"/>
          <p:cNvSpPr txBox="1">
            <a:spLocks noChangeArrowheads="1"/>
          </p:cNvSpPr>
          <p:nvPr/>
        </p:nvSpPr>
        <p:spPr bwMode="auto">
          <a:xfrm>
            <a:off x="443345" y="6014156"/>
            <a:ext cx="5882609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King" pitchFamily="2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King" pitchFamily="2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King" pitchFamily="2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King" pitchFamily="2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King" pitchFamily="2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9pPr>
          </a:lstStyle>
          <a:p>
            <a:pPr lvl="0" algn="ctr" defTabSz="6223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2400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Department of AIT-CSE</a:t>
            </a:r>
            <a:endParaRPr lang="en-US" sz="1600" dirty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6" name="TextBox 25"/>
          <p:cNvSpPr txBox="1">
            <a:spLocks noChangeArrowheads="1"/>
          </p:cNvSpPr>
          <p:nvPr/>
        </p:nvSpPr>
        <p:spPr bwMode="auto">
          <a:xfrm>
            <a:off x="1657138" y="443068"/>
            <a:ext cx="8477097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King" pitchFamily="2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King" pitchFamily="2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King" pitchFamily="2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King" pitchFamily="2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King" pitchFamily="2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9pPr>
          </a:lstStyle>
          <a:p>
            <a:pPr algn="ctr"/>
            <a:r>
              <a:t>Interpretability of Pranayama Effect on Brain Waves Using Explainable Deep Learning</a:t>
            </a:r>
            <a:endParaRPr lang="en-US" sz="3600" dirty="0">
              <a:latin typeface="Raleway ExtraBold" pitchFamily="34" charset="-52"/>
            </a:endParaRPr>
          </a:p>
        </p:txBody>
      </p:sp>
      <p:sp>
        <p:nvSpPr>
          <p:cNvPr id="15" name="Slide Number Placeholder 1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1</a:t>
            </a:fld>
            <a:endParaRPr lang="en-US"/>
          </a:p>
        </p:txBody>
      </p:sp>
      <p:sp>
        <p:nvSpPr>
          <p:cNvPr id="5" name="TextBox 4"/>
          <p:cNvSpPr txBox="1"/>
          <p:nvPr/>
        </p:nvSpPr>
        <p:spPr>
          <a:xfrm>
            <a:off x="1451054" y="4513953"/>
            <a:ext cx="3621942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b="1" dirty="0"/>
              <a:t>Submitted by:</a:t>
            </a:r>
          </a:p>
          <a:p>
            <a:r>
              <a:rPr dirty="0"/>
              <a:t>Vedansh Maheshwari  22BAI70056</a:t>
            </a:r>
          </a:p>
          <a:p>
            <a:r>
              <a:rPr dirty="0"/>
              <a:t>Siddhant Gupta  22BAI70088</a:t>
            </a:r>
          </a:p>
          <a:p>
            <a:r>
              <a:rPr dirty="0"/>
              <a:t>Anirudh Sharma  22BAI70109</a:t>
            </a:r>
          </a:p>
          <a:p>
            <a:r>
              <a:rPr dirty="0"/>
              <a:t>Shaurya Maan  22BAI70139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81250" y="4725655"/>
            <a:ext cx="2971326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/>
              <a:t>Under the Supervision of: </a:t>
            </a:r>
            <a:endParaRPr lang="en-US" sz="2000" dirty="0"/>
          </a:p>
          <a:p>
            <a:r>
              <a:rPr lang="en-US" sz="2000" dirty="0"/>
              <a:t>Raghav Mehra (E16302)</a:t>
            </a:r>
          </a:p>
        </p:txBody>
      </p:sp>
    </p:spTree>
    <p:extLst>
      <p:ext uri="{BB962C8B-B14F-4D97-AF65-F5344CB8AC3E}">
        <p14:creationId xmlns:p14="http://schemas.microsoft.com/office/powerpoint/2010/main" val="45650219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85676" y="365126"/>
            <a:ext cx="10515600" cy="976206"/>
          </a:xfrm>
        </p:spPr>
        <p:txBody>
          <a:bodyPr/>
          <a:lstStyle/>
          <a:p>
            <a:r>
              <a:rPr lang="en-US" b="1" dirty="0">
                <a:latin typeface="Times New Roman"/>
                <a:cs typeface="Times New Roman"/>
              </a:rPr>
              <a:t>Outline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588220"/>
            <a:ext cx="10515600" cy="4952253"/>
          </a:xfrm>
        </p:spPr>
        <p:txBody>
          <a:bodyPr>
            <a:normAutofit/>
          </a:bodyPr>
          <a:lstStyle/>
          <a:p>
            <a:r>
              <a:rPr lang="en-US" dirty="0">
                <a:latin typeface="Times New Roman"/>
                <a:cs typeface="Times New Roman"/>
              </a:rPr>
              <a:t>Introduction to Project</a:t>
            </a:r>
          </a:p>
          <a:p>
            <a:r>
              <a:rPr lang="en-US" dirty="0">
                <a:latin typeface="Times New Roman"/>
                <a:cs typeface="Times New Roman"/>
              </a:rPr>
              <a:t>Problem Formulation</a:t>
            </a:r>
          </a:p>
          <a:p>
            <a:r>
              <a:rPr lang="en-US" dirty="0">
                <a:latin typeface="Times New Roman"/>
                <a:cs typeface="Times New Roman"/>
              </a:rPr>
              <a:t>Objectives of the work </a:t>
            </a:r>
          </a:p>
          <a:p>
            <a:r>
              <a:rPr lang="en-US" dirty="0">
                <a:latin typeface="Times New Roman"/>
                <a:cs typeface="Times New Roman"/>
              </a:rPr>
              <a:t>Methodology used</a:t>
            </a:r>
          </a:p>
          <a:p>
            <a:r>
              <a:rPr lang="en-US" spc="-10" dirty="0">
                <a:latin typeface="Times New Roman"/>
                <a:cs typeface="Times New Roman"/>
              </a:rPr>
              <a:t>Results and Outputs</a:t>
            </a:r>
          </a:p>
          <a:p>
            <a:r>
              <a:rPr lang="en-US" spc="-10" dirty="0">
                <a:latin typeface="Times New Roman"/>
                <a:cs typeface="Times New Roman"/>
              </a:rPr>
              <a:t>Conclusion</a:t>
            </a:r>
          </a:p>
          <a:p>
            <a:r>
              <a:rPr lang="en-US" dirty="0">
                <a:latin typeface="Times New Roman"/>
                <a:cs typeface="Times New Roman"/>
              </a:rPr>
              <a:t>Future Scope</a:t>
            </a:r>
          </a:p>
          <a:p>
            <a:r>
              <a:rPr lang="en-US" dirty="0">
                <a:latin typeface="Times New Roman"/>
                <a:cs typeface="Times New Roman"/>
              </a:rPr>
              <a:t>References</a:t>
            </a:r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598257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Introduction to Project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/>
            </a:pPr>
            <a:r>
              <a:t>Pranayama: yogic breathing practices that modulate physiological and mental states.</a:t>
            </a:r>
          </a:p>
          <a:p>
            <a:r>
              <a:t>Goal: interpret effects of Pranayama on brain activity using EEG recordings taken before, during, and after sessions.</a:t>
            </a:r>
          </a:p>
          <a:p>
            <a:r>
              <a:t>Focus on brain-wave bands: delta, theta, alpha, beta, gamma.</a:t>
            </a:r>
          </a:p>
          <a:p>
            <a:r>
              <a:t>Use deep learning with explainability to make findings transparent and trustworthy.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101276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Problem Formulation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/>
            </a:pPr>
            <a:r>
              <a:t>Existing studies lack interpretable, data-driven insight into how breathing practices alter brain activity.</a:t>
            </a:r>
          </a:p>
          <a:p>
            <a:r>
              <a:t>Need to classify Pranayama-induced mental states (relaxation, focus, meditative) from EEG data.</a:t>
            </a:r>
          </a:p>
          <a:p>
            <a:r>
              <a:t>Require explanations that highlight which brain-wave patterns influence the model’s decisions.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303454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Objectives of the Work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/>
            </a:pPr>
            <a:r>
              <a:t>Collect EEG before, during, and after Pranayama; preprocess to remove noise.</a:t>
            </a:r>
          </a:p>
          <a:p>
            <a:r>
              <a:t>Extract features from delta, theta, alpha, beta, gamma bands.</a:t>
            </a:r>
          </a:p>
          <a:p>
            <a:r>
              <a:t>Train CNN/RNN models to classify mental states.</a:t>
            </a:r>
          </a:p>
          <a:p>
            <a:r>
              <a:t>Apply XAI (Grad-CAM, LIME, SHAP) for transparent interpretation.</a:t>
            </a:r>
          </a:p>
          <a:p>
            <a:r>
              <a:t>Develop a simple dashboard/web app for visualizing results.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496530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Methodology used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/>
            </a:pPr>
            <a:r>
              <a:t>1. Data Collection: controlled EEG sessions around Pranayama practice.</a:t>
            </a:r>
          </a:p>
          <a:p>
            <a:r>
              <a:t>2. Preprocessing: filtering, artifact removal; compute band power features.</a:t>
            </a:r>
          </a:p>
          <a:p>
            <a:r>
              <a:t>3. Modeling: CNN/RNN architectures for state classification.</a:t>
            </a:r>
          </a:p>
          <a:p>
            <a:r>
              <a:t>4. Explainability: Grad-CAM/LIME/SHAP to highlight influential patterns.</a:t>
            </a:r>
          </a:p>
          <a:p>
            <a:r>
              <a:t>5. Visualization: dashboard/web app to present insights and metrics.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524012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Results and Outputs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/>
            </a:pPr>
            <a:r>
              <a:t>Predicted mental states (Relaxation, Focus, Meditative) with model metrics.</a:t>
            </a:r>
          </a:p>
          <a:p>
            <a:r>
              <a:t>Visual explanations showing band contributions for each prediction.</a:t>
            </a:r>
          </a:p>
          <a:p>
            <a:r>
              <a:t>Dashboards summarizing session-wise changes across bands.</a:t>
            </a:r>
          </a:p>
          <a:p>
            <a:r>
              <a:t>Research-backed demonstration of Pranayama’s measurable impact.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366271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/>
            </a:pPr>
            <a:r>
              <a:t>EEG + explainable deep learning provide transparent insights into Pranayama’s effects.</a:t>
            </a:r>
          </a:p>
          <a:p>
            <a:r>
              <a:t>XAI methods increase trust by revealing why a classification is made.</a:t>
            </a:r>
          </a:p>
          <a:p>
            <a:r>
              <a:t>The system emphasizes interpretability over clinical validation or device development.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046566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Future Scope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/>
            </a:pPr>
            <a:r>
              <a:t>Real-time analysis with consumer-grade EEG devices.</a:t>
            </a:r>
          </a:p>
          <a:p>
            <a:r>
              <a:t>Larger datasets and cross-subject generalization studies.</a:t>
            </a:r>
          </a:p>
          <a:p>
            <a:r>
              <a:t>Comparison across different Pranayama techniques and meditation styles.</a:t>
            </a:r>
          </a:p>
          <a:p>
            <a:r>
              <a:t>Mobile integration for at-home wellness tracking.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242837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References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>
              <a:defRPr/>
            </a:pPr>
            <a:r>
              <a:rPr lang="en-US" dirty="0"/>
              <a:t>Pal, G. K., </a:t>
            </a:r>
            <a:r>
              <a:rPr lang="en-US" dirty="0" err="1"/>
              <a:t>Velkumary</a:t>
            </a:r>
            <a:r>
              <a:rPr lang="en-US" dirty="0"/>
              <a:t>, S., &amp; Madanmohan. (2004). Effect of short-term practice of breathing exercises (pranayama) on autonomic functions in normal human volunteers. Indian Journal of Medical Research, 120(2), 115–121.</a:t>
            </a:r>
          </a:p>
          <a:p>
            <a:pPr>
              <a:defRPr/>
            </a:pPr>
            <a:r>
              <a:rPr lang="en-US" dirty="0"/>
              <a:t>Abhang, P. A., </a:t>
            </a:r>
            <a:r>
              <a:rPr lang="en-US" dirty="0" err="1"/>
              <a:t>Gawali</a:t>
            </a:r>
            <a:r>
              <a:rPr lang="en-US" dirty="0"/>
              <a:t>, B. W., &amp; Mehrotra, S. C. (2016). Introduction to EEG- and Speech-Based Emotion Recognition. Academic Press.</a:t>
            </a:r>
          </a:p>
          <a:p>
            <a:pPr>
              <a:defRPr/>
            </a:pPr>
            <a:r>
              <a:rPr lang="en-US" dirty="0"/>
              <a:t>Roy, Y., Banville, H., Albuquerque, I., </a:t>
            </a:r>
            <a:r>
              <a:rPr lang="en-US" dirty="0" err="1"/>
              <a:t>Gramfort</a:t>
            </a:r>
            <a:r>
              <a:rPr lang="en-US" dirty="0"/>
              <a:t>, A., Falk, T. H., &amp; Faubert, J. (2019). Deep learning-based electroencephalography analysis: a systematic review. Journal of Neural Engineering, 16(5), 051001.</a:t>
            </a:r>
          </a:p>
          <a:p>
            <a:pPr>
              <a:defRPr/>
            </a:pPr>
            <a:r>
              <a:rPr lang="en-US" dirty="0"/>
              <a:t>Ribeiro, M. T., Singh, S., &amp; </a:t>
            </a:r>
            <a:r>
              <a:rPr lang="en-US" dirty="0" err="1"/>
              <a:t>Guestrin</a:t>
            </a:r>
            <a:r>
              <a:rPr lang="en-US" dirty="0"/>
              <a:t>, C. (2016). “Why should I trust you?” Explaining the predictions of any classifier. Proceedings of the 22nd ACM SIGKDD International Conference on Knowledge Discovery and Data Mining, 1135–1144.</a:t>
            </a:r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225856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2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Contents Slide Master">
  <a:themeElements>
    <a:clrScheme name="ALLPPT-COLOR-A33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EF4A4A"/>
      </a:accent1>
      <a:accent2>
        <a:srgbClr val="262626"/>
      </a:accent2>
      <a:accent3>
        <a:srgbClr val="EF4A4A"/>
      </a:accent3>
      <a:accent4>
        <a:srgbClr val="262626"/>
      </a:accent4>
      <a:accent5>
        <a:srgbClr val="EF4A4A"/>
      </a:accent5>
      <a:accent6>
        <a:srgbClr val="262626"/>
      </a:accent6>
      <a:hlink>
        <a:srgbClr val="0000FF"/>
      </a:hlink>
      <a:folHlink>
        <a:srgbClr val="800080"/>
      </a:folHlink>
    </a:clrScheme>
    <a:fontScheme name="ALLPPT FONT">
      <a:majorFont>
        <a:latin typeface="Arial"/>
        <a:ea typeface="Arial Unicode MS"/>
        <a:cs typeface=""/>
      </a:majorFont>
      <a:minorFont>
        <a:latin typeface="Arial"/>
        <a:ea typeface="Arial Unicode MS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smaple</Template>
  <TotalTime>6124</TotalTime>
  <Words>621</Words>
  <Application>Microsoft Office PowerPoint</Application>
  <PresentationFormat>Widescreen</PresentationFormat>
  <Paragraphs>73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10</vt:i4>
      </vt:variant>
    </vt:vector>
  </HeadingPairs>
  <TitlesOfParts>
    <vt:vector size="19" baseType="lpstr">
      <vt:lpstr>Arial</vt:lpstr>
      <vt:lpstr>Calibri</vt:lpstr>
      <vt:lpstr>Calibri Light</vt:lpstr>
      <vt:lpstr>Casper</vt:lpstr>
      <vt:lpstr>Raleway ExtraBold</vt:lpstr>
      <vt:lpstr>Times New Roman</vt:lpstr>
      <vt:lpstr>1_Office Theme</vt:lpstr>
      <vt:lpstr>2_Office Theme</vt:lpstr>
      <vt:lpstr>Contents Slide Master</vt:lpstr>
      <vt:lpstr>PowerPoint Presentation</vt:lpstr>
      <vt:lpstr>Outline</vt:lpstr>
      <vt:lpstr>Introduction to Project</vt:lpstr>
      <vt:lpstr>Problem Formulation</vt:lpstr>
      <vt:lpstr>Objectives of the Work</vt:lpstr>
      <vt:lpstr>Methodology used</vt:lpstr>
      <vt:lpstr>Results and Outputs</vt:lpstr>
      <vt:lpstr>Conclusion</vt:lpstr>
      <vt:lpstr>Future Scope</vt:lpstr>
      <vt:lpstr>References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Branding</dc:creator>
  <cp:lastModifiedBy>Vedansh Maheshwari</cp:lastModifiedBy>
  <cp:revision>495</cp:revision>
  <dcterms:created xsi:type="dcterms:W3CDTF">2019-01-09T10:33:58Z</dcterms:created>
  <dcterms:modified xsi:type="dcterms:W3CDTF">2025-08-19T17:54:23Z</dcterms:modified>
</cp:coreProperties>
</file>